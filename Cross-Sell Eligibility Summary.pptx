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6.xml" ContentType="application/vnd.openxmlformats-officedocument.theme+xml"/>
  <Override PartName="/ppt/tags/tag7.xml" ContentType="application/vnd.openxmlformats-officedocument.presentationml.tags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7.xml" ContentType="application/vnd.openxmlformats-officedocument.theme+xml"/>
  <Override PartName="/ppt/tags/tag8.xml" ContentType="application/vnd.openxmlformats-officedocument.presentationml.tags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tags/tag9.xml" ContentType="application/vnd.openxmlformats-officedocument.presentationml.tags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theme/theme9.xml" ContentType="application/vnd.openxmlformats-officedocument.theme+xml"/>
  <Override PartName="/ppt/tags/tag10.xml" ContentType="application/vnd.openxmlformats-officedocument.presentationml.tags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10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202.xml" ContentType="application/vnd.openxmlformats-officedocument.presentationml.slideLayout+xml"/>
  <Override PartName="/ppt/theme/theme11.xml" ContentType="application/vnd.openxmlformats-officedocument.theme+xml"/>
  <Override PartName="/ppt/tags/tag13.xml" ContentType="application/vnd.openxmlformats-officedocument.presentationml.tags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theme/theme12.xml" ContentType="application/vnd.openxmlformats-officedocument.theme+xml"/>
  <Override PartName="/ppt/tags/tag14.xml" ContentType="application/vnd.openxmlformats-officedocument.presentationml.tags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theme/theme13.xml" ContentType="application/vnd.openxmlformats-officedocument.theme+xml"/>
  <Override PartName="/ppt/tags/tag15.xml" ContentType="application/vnd.openxmlformats-officedocument.presentationml.tags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theme/theme14.xml" ContentType="application/vnd.openxmlformats-officedocument.theme+xml"/>
  <Override PartName="/ppt/tags/tag16.xml" ContentType="application/vnd.openxmlformats-officedocument.presentationml.tags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theme/theme15.xml" ContentType="application/vnd.openxmlformats-officedocument.theme+xml"/>
  <Override PartName="/ppt/tags/tag17.xml" ContentType="application/vnd.openxmlformats-officedocument.presentationml.tags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16.xml" ContentType="application/vnd.openxmlformats-officedocument.theme+xml"/>
  <Override PartName="/ppt/tags/tag18.xml" ContentType="application/vnd.openxmlformats-officedocument.presentationml.tags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theme/theme17.xml" ContentType="application/vnd.openxmlformats-officedocument.theme+xml"/>
  <Override PartName="/ppt/tags/tag19.xml" ContentType="application/vnd.openxmlformats-officedocument.presentationml.tags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theme/theme18.xml" ContentType="application/vnd.openxmlformats-officedocument.theme+xml"/>
  <Override PartName="/ppt/tags/tag20.xml" ContentType="application/vnd.openxmlformats-officedocument.presentationml.tags+xml"/>
  <Override PartName="/ppt/theme/theme19.xml" ContentType="application/vnd.openxmlformats-officedocument.theme+xml"/>
  <Override PartName="/ppt/theme/theme20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  <p:sldMasterId id="2147483731" r:id="rId2"/>
    <p:sldMasterId id="2147483846" r:id="rId3"/>
    <p:sldMasterId id="2147483893" r:id="rId4"/>
    <p:sldMasterId id="2147483916" r:id="rId5"/>
    <p:sldMasterId id="2147483940" r:id="rId6"/>
    <p:sldMasterId id="2147484070" r:id="rId7"/>
    <p:sldMasterId id="2147484125" r:id="rId8"/>
    <p:sldMasterId id="2147484147" r:id="rId9"/>
    <p:sldMasterId id="2147484199" r:id="rId10"/>
    <p:sldMasterId id="2147484297" r:id="rId11"/>
    <p:sldMasterId id="2147484299" r:id="rId12"/>
    <p:sldMasterId id="2147484322" r:id="rId13"/>
    <p:sldMasterId id="2147484548" r:id="rId14"/>
    <p:sldMasterId id="2147484622" r:id="rId15"/>
    <p:sldMasterId id="2147484647" r:id="rId16"/>
    <p:sldMasterId id="2147484668" r:id="rId17"/>
    <p:sldMasterId id="2147484714" r:id="rId18"/>
  </p:sldMasterIdLst>
  <p:notesMasterIdLst>
    <p:notesMasterId r:id="rId21"/>
  </p:notesMasterIdLst>
  <p:handoutMasterIdLst>
    <p:handoutMasterId r:id="rId22"/>
  </p:handoutMasterIdLst>
  <p:sldIdLst>
    <p:sldId id="731" r:id="rId19"/>
    <p:sldId id="732" r:id="rId20"/>
  </p:sldIdLst>
  <p:sldSz cx="9144000" cy="6858000" type="screen4x3"/>
  <p:notesSz cx="7010400" cy="92964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781A5-A17F-4291-945A-58C696496835}">
          <p14:sldIdLst>
            <p14:sldId id="731"/>
            <p14:sldId id="732"/>
          </p14:sldIdLst>
        </p14:section>
        <p14:section name="Old slides" id="{994786A1-F9AF-4194-BD3F-86F93E843DB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encer, Scott" initials="SS" lastIdx="1" clrIdx="2">
    <p:extLst>
      <p:ext uri="{19B8F6BF-5375-455C-9EA6-DF929625EA0E}">
        <p15:presenceInfo xmlns:p15="http://schemas.microsoft.com/office/powerpoint/2012/main" userId="S-1-5-21-822636608-2292609673-691130059-37781" providerId="AD"/>
      </p:ext>
    </p:extLst>
  </p:cmAuthor>
  <p:cmAuthor id="2" name="Vamsee Puli" initials="VP" lastIdx="9" clrIdx="1">
    <p:extLst>
      <p:ext uri="{19B8F6BF-5375-455C-9EA6-DF929625EA0E}">
        <p15:presenceInfo xmlns:p15="http://schemas.microsoft.com/office/powerpoint/2012/main" userId="Vamsee Pul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0802"/>
    <a:srgbClr val="000000"/>
    <a:srgbClr val="006C31"/>
    <a:srgbClr val="F4150F"/>
    <a:srgbClr val="B2DE82"/>
    <a:srgbClr val="80828A"/>
    <a:srgbClr val="FD150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6374" autoAdjust="0"/>
  </p:normalViewPr>
  <p:slideViewPr>
    <p:cSldViewPr snapToObjects="1">
      <p:cViewPr varScale="1">
        <p:scale>
          <a:sx n="86" d="100"/>
          <a:sy n="86" d="100"/>
        </p:scale>
        <p:origin x="1363" y="58"/>
      </p:cViewPr>
      <p:guideLst>
        <p:guide orient="horz" pos="18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56"/>
    </p:cViewPr>
  </p:sorterViewPr>
  <p:notesViewPr>
    <p:cSldViewPr snapToObjects="1">
      <p:cViewPr varScale="1">
        <p:scale>
          <a:sx n="81" d="100"/>
          <a:sy n="81" d="100"/>
        </p:scale>
        <p:origin x="-3114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1"/>
            <a:ext cx="3037840" cy="464820"/>
          </a:xfrm>
          <a:prstGeom prst="rect">
            <a:avLst/>
          </a:prstGeom>
        </p:spPr>
        <p:txBody>
          <a:bodyPr vert="horz" lIns="92296" tIns="46148" rIns="92296" bIns="4614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11"/>
            <a:ext cx="3037840" cy="464820"/>
          </a:xfrm>
          <a:prstGeom prst="rect">
            <a:avLst/>
          </a:prstGeom>
        </p:spPr>
        <p:txBody>
          <a:bodyPr vert="horz" lIns="92296" tIns="46148" rIns="92296" bIns="46148" rtlCol="0"/>
          <a:lstStyle>
            <a:lvl1pPr algn="r">
              <a:defRPr sz="1200"/>
            </a:lvl1pPr>
          </a:lstStyle>
          <a:p>
            <a:fld id="{FD209FFC-78EC-4F2D-ACB2-5B5491A01E41}" type="datetimeFigureOut">
              <a:rPr lang="en-US" smtClean="0"/>
              <a:pPr/>
              <a:t>12/7/2023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78"/>
            <a:ext cx="3037840" cy="464820"/>
          </a:xfrm>
          <a:prstGeom prst="rect">
            <a:avLst/>
          </a:prstGeom>
        </p:spPr>
        <p:txBody>
          <a:bodyPr vert="horz" lIns="92296" tIns="46148" rIns="92296" bIns="4614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78"/>
            <a:ext cx="3037840" cy="464820"/>
          </a:xfrm>
          <a:prstGeom prst="rect">
            <a:avLst/>
          </a:prstGeom>
        </p:spPr>
        <p:txBody>
          <a:bodyPr vert="horz" lIns="92296" tIns="46148" rIns="92296" bIns="46148" rtlCol="0" anchor="b"/>
          <a:lstStyle>
            <a:lvl1pPr algn="r">
              <a:defRPr sz="1200"/>
            </a:lvl1pPr>
          </a:lstStyle>
          <a:p>
            <a:fld id="{BD603E91-B196-4517-9B39-E7B7AED024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447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1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96" tIns="46148" rIns="92296" bIns="4614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9" y="11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96" tIns="46148" rIns="92296" bIns="4614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802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96" tIns="46148" rIns="92296" bIns="461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978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96" tIns="46148" rIns="92296" bIns="4614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9" y="8829978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296" tIns="46148" rIns="92296" bIns="4614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8B2F54F-15D6-49E7-9DD8-E1046C59D5B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115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68C9D1-E3AC-9E4C-ABDC-2212A28968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085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68C9D1-E3AC-9E4C-ABDC-2212A28968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08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67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6399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10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881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24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487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13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0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5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61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4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4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168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77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386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99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83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47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840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429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370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46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342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4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3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1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2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71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52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63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861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31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32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474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760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7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7317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04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30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486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449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795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2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23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18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22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15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99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347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645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6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62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2953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78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4075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34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712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1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378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624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3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1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33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73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0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817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719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50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573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099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0672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09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0598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048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4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20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644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68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5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0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0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74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76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90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043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56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56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43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10146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EB19E4-C366-4042-B5D9-332F575D67CA}"/>
              </a:ext>
            </a:extLst>
          </p:cNvPr>
          <p:cNvSpPr/>
          <p:nvPr userDrawn="1"/>
        </p:nvSpPr>
        <p:spPr>
          <a:xfrm>
            <a:off x="0" y="0"/>
            <a:ext cx="9144000" cy="11921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67434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70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6507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36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618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89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96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291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2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1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75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39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36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95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91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7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254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34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186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01631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EB19E4-C366-4042-B5D9-332F575D67CA}"/>
              </a:ext>
            </a:extLst>
          </p:cNvPr>
          <p:cNvSpPr/>
          <p:nvPr userDrawn="1"/>
        </p:nvSpPr>
        <p:spPr>
          <a:xfrm>
            <a:off x="0" y="0"/>
            <a:ext cx="9144000" cy="11921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66800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2">
            <a:extLst>
              <a:ext uri="{FF2B5EF4-FFF2-40B4-BE49-F238E27FC236}">
                <a16:creationId xmlns:a16="http://schemas.microsoft.com/office/drawing/2014/main" id="{E15B9677-3252-1C4E-BE56-AF1323C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0458"/>
            <a:ext cx="8123765" cy="583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4A99BFE-806F-8B42-90AD-8B0E2A8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2" y="123824"/>
            <a:ext cx="8132178" cy="24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4AF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FD915B7-0275-B34C-9AEC-2A3D8BBF7F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650" y="1385358"/>
            <a:ext cx="4044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619641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7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582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16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240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2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7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43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76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2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4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8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859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67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08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262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203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0044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9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260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085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81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49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36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88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52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5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0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81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491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260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319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01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481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956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2">
            <a:extLst>
              <a:ext uri="{FF2B5EF4-FFF2-40B4-BE49-F238E27FC236}">
                <a16:creationId xmlns:a16="http://schemas.microsoft.com/office/drawing/2014/main" id="{E15B9677-3252-1C4E-BE56-AF1323C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0458"/>
            <a:ext cx="8123765" cy="583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4A99BFE-806F-8B42-90AD-8B0E2A8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2" y="123824"/>
            <a:ext cx="8132178" cy="24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4AF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FD915B7-0275-B34C-9AEC-2A3D8BBF7F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650" y="1385358"/>
            <a:ext cx="4044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1961193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7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1997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677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825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839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637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34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4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5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7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31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95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62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4340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58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730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43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22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049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47095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94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1431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491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165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266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745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683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0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1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59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10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30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096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01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780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00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54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63647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22">
            <a:extLst>
              <a:ext uri="{FF2B5EF4-FFF2-40B4-BE49-F238E27FC236}">
                <a16:creationId xmlns:a16="http://schemas.microsoft.com/office/drawing/2014/main" id="{613483EB-8643-404C-9523-8FA1FE2B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38" y="1994960"/>
            <a:ext cx="4399217" cy="9456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FB72B-69DA-7549-ACFD-0D08E3FB5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8132" y="4035558"/>
            <a:ext cx="4383223" cy="15059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</a:defRPr>
            </a:lvl1pPr>
            <a:lvl2pPr marL="91438" indent="-91438">
              <a:buFont typeface="Arial" panose="020B0604020202020204" pitchFamily="34" charset="0"/>
              <a:buChar char="•"/>
              <a:defRPr sz="900" b="0">
                <a:solidFill>
                  <a:srgbClr val="80828A"/>
                </a:solidFill>
              </a:defRPr>
            </a:lvl2pPr>
            <a:lvl3pPr marL="91438" indent="-91438">
              <a:buFont typeface="Arial" panose="020B0604020202020204" pitchFamily="34" charset="0"/>
              <a:buChar char="•"/>
              <a:defRPr sz="750"/>
            </a:lvl3pPr>
            <a:lvl4pPr marL="342900" indent="-77391">
              <a:buFont typeface="AppleSymbols" panose="02000000000000000000" pitchFamily="2" charset="-79"/>
              <a:buChar char="⎻"/>
              <a:tabLst/>
              <a:defRPr sz="900" b="0">
                <a:solidFill>
                  <a:srgbClr val="80828A"/>
                </a:solidFill>
              </a:defRPr>
            </a:lvl4pPr>
            <a:lvl5pPr marL="214313" indent="-77391">
              <a:buSzPct val="75000"/>
              <a:buFont typeface="Courier New" panose="02070409020205090404" pitchFamily="49" charset="0"/>
              <a:buChar char="o"/>
              <a:tabLst/>
              <a:defRPr sz="900" b="0">
                <a:solidFill>
                  <a:srgbClr val="80828A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55F70-2DDE-5D4C-8952-3D62153345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6789" y="2961122"/>
            <a:ext cx="4394566" cy="291235"/>
          </a:xfrm>
          <a:prstGeom prst="rect">
            <a:avLst/>
          </a:prstGeom>
        </p:spPr>
        <p:txBody>
          <a:bodyPr/>
          <a:lstStyle>
            <a:lvl1pPr>
              <a:defRPr sz="975"/>
            </a:lvl1pPr>
            <a:lvl2pPr>
              <a:defRPr sz="975"/>
            </a:lvl2pPr>
            <a:lvl3pPr>
              <a:defRPr sz="97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262660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0311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84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47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664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371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973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88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22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1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7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62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902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379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22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51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574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270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2">
            <a:extLst>
              <a:ext uri="{FF2B5EF4-FFF2-40B4-BE49-F238E27FC236}">
                <a16:creationId xmlns:a16="http://schemas.microsoft.com/office/drawing/2014/main" id="{E15B9677-3252-1C4E-BE56-AF1323C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0458"/>
            <a:ext cx="8123765" cy="583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4A99BFE-806F-8B42-90AD-8B0E2A8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2" y="123824"/>
            <a:ext cx="8132178" cy="24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4AF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FD915B7-0275-B34C-9AEC-2A3D8BBF7F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650" y="1385358"/>
            <a:ext cx="4044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57431253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61427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9831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7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147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275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13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26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58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60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27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30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02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351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040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585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531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943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503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168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01760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14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6670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273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711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59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77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958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1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4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5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55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66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61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24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925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05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376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645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350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977811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76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6578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021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884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5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577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283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7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4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9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63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65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6803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606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787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91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291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50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2">
            <a:extLst>
              <a:ext uri="{FF2B5EF4-FFF2-40B4-BE49-F238E27FC236}">
                <a16:creationId xmlns:a16="http://schemas.microsoft.com/office/drawing/2014/main" id="{E15B9677-3252-1C4E-BE56-AF1323C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0458"/>
            <a:ext cx="8123765" cy="583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4A99BFE-806F-8B42-90AD-8B0E2A8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2" y="123824"/>
            <a:ext cx="8132178" cy="24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4AF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FD915B7-0275-B34C-9AEC-2A3D8BBF7F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650" y="1385358"/>
            <a:ext cx="4044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73723350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898230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22">
            <a:extLst>
              <a:ext uri="{FF2B5EF4-FFF2-40B4-BE49-F238E27FC236}">
                <a16:creationId xmlns:a16="http://schemas.microsoft.com/office/drawing/2014/main" id="{613483EB-8643-404C-9523-8FA1FE2B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37" y="1994958"/>
            <a:ext cx="3173445" cy="9456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FB72B-69DA-7549-ACFD-0D08E3FB5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8131" y="4035558"/>
            <a:ext cx="3323705" cy="15059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 marL="121917" indent="-121917">
              <a:buFont typeface="Arial" panose="020B0604020202020204" pitchFamily="34" charset="0"/>
              <a:buChar char="•"/>
              <a:defRPr sz="1200" b="0">
                <a:solidFill>
                  <a:srgbClr val="80828A"/>
                </a:solidFill>
              </a:defRPr>
            </a:lvl2pPr>
            <a:lvl3pPr marL="121917" indent="-121917">
              <a:buFont typeface="Arial" panose="020B0604020202020204" pitchFamily="34" charset="0"/>
              <a:buChar char="•"/>
              <a:defRPr sz="1000"/>
            </a:lvl3pPr>
            <a:lvl4pPr marL="457200" indent="-103188">
              <a:buFont typeface="AppleSymbols" panose="02000000000000000000" pitchFamily="2" charset="-79"/>
              <a:buChar char="⎻"/>
              <a:tabLst/>
              <a:defRPr sz="1200" b="0">
                <a:solidFill>
                  <a:srgbClr val="80828A"/>
                </a:solidFill>
              </a:defRPr>
            </a:lvl4pPr>
            <a:lvl5pPr marL="285750" indent="-103188">
              <a:buSzPct val="75000"/>
              <a:buFont typeface="Courier New" panose="02070409020205090404" pitchFamily="49" charset="0"/>
              <a:buChar char="o"/>
              <a:tabLst/>
              <a:defRPr sz="1200" b="0">
                <a:solidFill>
                  <a:srgbClr val="80828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55F70-2DDE-5D4C-8952-3D62153345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6788" y="2961120"/>
            <a:ext cx="3189287" cy="291235"/>
          </a:xfrm>
          <a:prstGeom prst="rect">
            <a:avLst/>
          </a:prstGeo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663224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B9E2B90-D298-8E46-A01E-33646A68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5918"/>
            <a:ext cx="7886700" cy="4600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6441C02-D22F-E048-89D4-1284F4240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589" y="100517"/>
            <a:ext cx="7888094" cy="17540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Click to edit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42588" y="1234440"/>
            <a:ext cx="7888095" cy="495034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70092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09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64823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44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11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705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659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21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9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4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14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09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0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0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102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329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0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062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61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2">
            <a:extLst>
              <a:ext uri="{FF2B5EF4-FFF2-40B4-BE49-F238E27FC236}">
                <a16:creationId xmlns:a16="http://schemas.microsoft.com/office/drawing/2014/main" id="{E15B9677-3252-1C4E-BE56-AF1323C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0458"/>
            <a:ext cx="8123765" cy="583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4A99BFE-806F-8B42-90AD-8B0E2A8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22" y="123824"/>
            <a:ext cx="8132178" cy="24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B4AF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FD915B7-0275-B34C-9AEC-2A3D8BBF7F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650" y="1385358"/>
            <a:ext cx="40449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376578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EB777-DF84-CD48-846C-F8FF345209D0}"/>
              </a:ext>
            </a:extLst>
          </p:cNvPr>
          <p:cNvSpPr/>
          <p:nvPr userDrawn="1"/>
        </p:nvSpPr>
        <p:spPr>
          <a:xfrm>
            <a:off x="0" y="104172"/>
            <a:ext cx="9144000" cy="6753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628687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75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810000"/>
            <a:ext cx="77724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0" indent="0" algn="l">
              <a:buFontTx/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257800"/>
            <a:ext cx="7772400" cy="533400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9120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371600"/>
            <a:ext cx="7962362" cy="4800599"/>
          </a:xfrm>
        </p:spPr>
        <p:txBody>
          <a:bodyPr>
            <a:normAutofit/>
          </a:bodyPr>
          <a:lstStyle>
            <a:lvl1pPr marL="1139825" indent="-914400">
              <a:spcAft>
                <a:spcPts val="2700"/>
              </a:spcAft>
              <a:buFont typeface="Arial" panose="020B0604020202020204" pitchFamily="34" charset="0"/>
              <a:buChar char="•"/>
              <a:defRPr sz="32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275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018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7959487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72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090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675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5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7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7718"/>
            <a:ext cx="2209800" cy="3142681"/>
          </a:xfrm>
          <a:prstGeom prst="rect">
            <a:avLst/>
          </a:prstGeom>
        </p:spPr>
      </p:pic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56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46510"/>
            <a:ext cx="4800600" cy="51089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3962400"/>
            <a:ext cx="7772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572000"/>
            <a:ext cx="7772400" cy="3810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105400"/>
            <a:ext cx="5257800" cy="38100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0" y="3200399"/>
            <a:ext cx="914400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4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1143000"/>
            <a:ext cx="7962362" cy="5029199"/>
          </a:xfrm>
        </p:spPr>
        <p:txBody>
          <a:bodyPr>
            <a:normAutofit/>
          </a:bodyPr>
          <a:lstStyle>
            <a:lvl1pPr marL="914400" indent="-688975">
              <a:spcAft>
                <a:spcPts val="2700"/>
              </a:spcAft>
              <a:buFont typeface="Arial" panose="020B0604020202020204" pitchFamily="34" charset="0"/>
              <a:buChar char="•"/>
              <a:defRPr sz="1800" b="1"/>
            </a:lvl1pPr>
            <a:lvl2pPr marL="1200150" indent="-228600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9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7567"/>
            <a:ext cx="7962362" cy="47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6629400" y="6629400"/>
            <a:ext cx="2133600" cy="228600"/>
          </a:xfrm>
        </p:spPr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3124201" y="6629400"/>
            <a:ext cx="2895600" cy="228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48201" y="1160252"/>
            <a:ext cx="4038599" cy="50119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843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724400" y="1160252"/>
            <a:ext cx="39243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59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4"/>
            <a:ext cx="3962400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85800" y="1160252"/>
            <a:ext cx="3810000" cy="501194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099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8675" y="1160252"/>
            <a:ext cx="3807125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4724400" y="1160252"/>
            <a:ext cx="3924300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022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724401" y="1160253"/>
            <a:ext cx="3923761" cy="5011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/>
          </p:nvPr>
        </p:nvSpPr>
        <p:spPr>
          <a:xfrm>
            <a:off x="682924" y="1160252"/>
            <a:ext cx="3812876" cy="501194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85800" y="17252"/>
            <a:ext cx="7962362" cy="22860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+mj-lt"/>
              </a:defRPr>
            </a:lvl1pPr>
            <a:lvl2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2pPr>
            <a:lvl3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3pPr>
            <a:lvl4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4pPr>
            <a:lvl5pPr>
              <a:defRPr sz="1000" b="1">
                <a:solidFill>
                  <a:schemeClr val="bg1">
                    <a:lumMod val="6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709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ti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vmlDrawing" Target="../drawings/vmlDrawing2.v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image" Target="../media/image2.tif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oleObject" Target="../embeddings/oleObject2.bin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ags" Target="../tags/tag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41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oleObject" Target="../embeddings/oleObject3.bin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vmlDrawing" Target="../drawings/vmlDrawing3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61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oleObject" Target="../embeddings/oleObject4.bin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vmlDrawing" Target="../drawings/vmlDrawing4.v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99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vmlDrawing" Target="../drawings/vmlDrawing5.v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theme" Target="../theme/theme5.xml"/><Relationship Id="rId27" Type="http://schemas.openxmlformats.org/officeDocument/2006/relationships/image" Target="../media/image2.ti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18" Type="http://schemas.openxmlformats.org/officeDocument/2006/relationships/slideLayout" Target="../slideLayouts/slideLayout117.xml"/><Relationship Id="rId26" Type="http://schemas.openxmlformats.org/officeDocument/2006/relationships/oleObject" Target="../embeddings/oleObject6.bin"/><Relationship Id="rId3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17" Type="http://schemas.openxmlformats.org/officeDocument/2006/relationships/slideLayout" Target="../slideLayouts/slideLayout116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15.xml"/><Relationship Id="rId20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24" Type="http://schemas.openxmlformats.org/officeDocument/2006/relationships/vmlDrawing" Target="../drawings/vmlDrawing6.vml"/><Relationship Id="rId5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14.xml"/><Relationship Id="rId23" Type="http://schemas.openxmlformats.org/officeDocument/2006/relationships/theme" Target="../theme/theme6.xml"/><Relationship Id="rId28" Type="http://schemas.openxmlformats.org/officeDocument/2006/relationships/image" Target="../media/image2.tif"/><Relationship Id="rId10" Type="http://schemas.openxmlformats.org/officeDocument/2006/relationships/slideLayout" Target="../slideLayouts/slideLayout109.xml"/><Relationship Id="rId19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slideLayout" Target="../slideLayouts/slideLayout113.xml"/><Relationship Id="rId22" Type="http://schemas.openxmlformats.org/officeDocument/2006/relationships/slideLayout" Target="../slideLayouts/slideLayout121.xml"/><Relationship Id="rId27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4.xml"/><Relationship Id="rId18" Type="http://schemas.openxmlformats.org/officeDocument/2006/relationships/slideLayout" Target="../slideLayouts/slideLayout139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124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8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24" Type="http://schemas.openxmlformats.org/officeDocument/2006/relationships/oleObject" Target="../embeddings/oleObject7.bin"/><Relationship Id="rId5" Type="http://schemas.openxmlformats.org/officeDocument/2006/relationships/slideLayout" Target="../slideLayouts/slideLayout126.xml"/><Relationship Id="rId15" Type="http://schemas.openxmlformats.org/officeDocument/2006/relationships/slideLayout" Target="../slideLayouts/slideLayout136.xml"/><Relationship Id="rId23" Type="http://schemas.openxmlformats.org/officeDocument/2006/relationships/tags" Target="../tags/tag8.xml"/><Relationship Id="rId10" Type="http://schemas.openxmlformats.org/officeDocument/2006/relationships/slideLayout" Target="../slideLayouts/slideLayout131.xml"/><Relationship Id="rId19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35.xml"/><Relationship Id="rId22" Type="http://schemas.openxmlformats.org/officeDocument/2006/relationships/vmlDrawing" Target="../drawings/vmlDrawing7.v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9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144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8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57.xml"/><Relationship Id="rId20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24" Type="http://schemas.openxmlformats.org/officeDocument/2006/relationships/oleObject" Target="../embeddings/oleObject8.bin"/><Relationship Id="rId5" Type="http://schemas.openxmlformats.org/officeDocument/2006/relationships/slideLayout" Target="../slideLayouts/slideLayout146.xml"/><Relationship Id="rId15" Type="http://schemas.openxmlformats.org/officeDocument/2006/relationships/slideLayout" Target="../slideLayouts/slideLayout156.xml"/><Relationship Id="rId23" Type="http://schemas.openxmlformats.org/officeDocument/2006/relationships/tags" Target="../tags/tag9.xml"/><Relationship Id="rId10" Type="http://schemas.openxmlformats.org/officeDocument/2006/relationships/slideLayout" Target="../slideLayouts/slideLayout151.xml"/><Relationship Id="rId19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Relationship Id="rId22" Type="http://schemas.openxmlformats.org/officeDocument/2006/relationships/vmlDrawing" Target="../drawings/vmlDrawing8.v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164.xml"/><Relationship Id="rId21" Type="http://schemas.openxmlformats.org/officeDocument/2006/relationships/theme" Target="../theme/theme9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oleObject" Target="../embeddings/oleObject9.bin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tags" Target="../tags/tag10.xml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vmlDrawing" Target="../drawings/vmlDrawing9.v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9.xml"/><Relationship Id="rId13" Type="http://schemas.openxmlformats.org/officeDocument/2006/relationships/slideLayout" Target="../slideLayouts/slideLayout194.xml"/><Relationship Id="rId18" Type="http://schemas.openxmlformats.org/officeDocument/2006/relationships/slideLayout" Target="../slideLayouts/slideLayout199.xml"/><Relationship Id="rId26" Type="http://schemas.openxmlformats.org/officeDocument/2006/relationships/image" Target="../media/image5.emf"/><Relationship Id="rId3" Type="http://schemas.openxmlformats.org/officeDocument/2006/relationships/slideLayout" Target="../slideLayouts/slideLayout184.xml"/><Relationship Id="rId21" Type="http://schemas.openxmlformats.org/officeDocument/2006/relationships/theme" Target="../theme/theme10.xml"/><Relationship Id="rId7" Type="http://schemas.openxmlformats.org/officeDocument/2006/relationships/slideLayout" Target="../slideLayouts/slideLayout188.xml"/><Relationship Id="rId12" Type="http://schemas.openxmlformats.org/officeDocument/2006/relationships/slideLayout" Target="../slideLayouts/slideLayout193.xml"/><Relationship Id="rId17" Type="http://schemas.openxmlformats.org/officeDocument/2006/relationships/slideLayout" Target="../slideLayouts/slideLayout198.xml"/><Relationship Id="rId25" Type="http://schemas.openxmlformats.org/officeDocument/2006/relationships/oleObject" Target="../embeddings/oleObject10.bin"/><Relationship Id="rId2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97.xml"/><Relationship Id="rId20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92.xml"/><Relationship Id="rId24" Type="http://schemas.openxmlformats.org/officeDocument/2006/relationships/tags" Target="../tags/tag12.xml"/><Relationship Id="rId5" Type="http://schemas.openxmlformats.org/officeDocument/2006/relationships/slideLayout" Target="../slideLayouts/slideLayout186.xml"/><Relationship Id="rId15" Type="http://schemas.openxmlformats.org/officeDocument/2006/relationships/slideLayout" Target="../slideLayouts/slideLayout196.xml"/><Relationship Id="rId23" Type="http://schemas.openxmlformats.org/officeDocument/2006/relationships/tags" Target="../tags/tag11.xml"/><Relationship Id="rId10" Type="http://schemas.openxmlformats.org/officeDocument/2006/relationships/slideLayout" Target="../slideLayouts/slideLayout191.xml"/><Relationship Id="rId19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Relationship Id="rId14" Type="http://schemas.openxmlformats.org/officeDocument/2006/relationships/slideLayout" Target="../slideLayouts/slideLayout195.xml"/><Relationship Id="rId22" Type="http://schemas.openxmlformats.org/officeDocument/2006/relationships/vmlDrawing" Target="../drawings/vmlDrawing10.vml"/><Relationship Id="rId27" Type="http://schemas.openxmlformats.org/officeDocument/2006/relationships/image" Target="../media/image2.tif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11.vml"/><Relationship Id="rId7" Type="http://schemas.openxmlformats.org/officeDocument/2006/relationships/image" Target="../media/image6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0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tags" Target="../tags/tag13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15.xml"/><Relationship Id="rId18" Type="http://schemas.openxmlformats.org/officeDocument/2006/relationships/slideLayout" Target="../slideLayouts/slideLayout220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05.xml"/><Relationship Id="rId21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9.xml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18.xml"/><Relationship Id="rId20" Type="http://schemas.openxmlformats.org/officeDocument/2006/relationships/slideLayout" Target="../slideLayouts/slideLayout222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24" Type="http://schemas.openxmlformats.org/officeDocument/2006/relationships/tags" Target="../tags/tag14.xml"/><Relationship Id="rId5" Type="http://schemas.openxmlformats.org/officeDocument/2006/relationships/slideLayout" Target="../slideLayouts/slideLayout207.xml"/><Relationship Id="rId15" Type="http://schemas.openxmlformats.org/officeDocument/2006/relationships/slideLayout" Target="../slideLayouts/slideLayout217.xml"/><Relationship Id="rId23" Type="http://schemas.openxmlformats.org/officeDocument/2006/relationships/vmlDrawing" Target="../drawings/vmlDrawing12.vml"/><Relationship Id="rId10" Type="http://schemas.openxmlformats.org/officeDocument/2006/relationships/slideLayout" Target="../slideLayouts/slideLayout212.xml"/><Relationship Id="rId19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6.xml"/><Relationship Id="rId22" Type="http://schemas.openxmlformats.org/officeDocument/2006/relationships/theme" Target="../theme/theme12.xml"/><Relationship Id="rId27" Type="http://schemas.openxmlformats.org/officeDocument/2006/relationships/image" Target="../media/image2.tif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1.xml"/><Relationship Id="rId13" Type="http://schemas.openxmlformats.org/officeDocument/2006/relationships/slideLayout" Target="../slideLayouts/slideLayout236.xml"/><Relationship Id="rId18" Type="http://schemas.openxmlformats.org/officeDocument/2006/relationships/slideLayout" Target="../slideLayouts/slideLayout241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226.xml"/><Relationship Id="rId21" Type="http://schemas.openxmlformats.org/officeDocument/2006/relationships/theme" Target="../theme/theme13.xml"/><Relationship Id="rId7" Type="http://schemas.openxmlformats.org/officeDocument/2006/relationships/slideLayout" Target="../slideLayouts/slideLayout230.xml"/><Relationship Id="rId12" Type="http://schemas.openxmlformats.org/officeDocument/2006/relationships/slideLayout" Target="../slideLayouts/slideLayout235.xml"/><Relationship Id="rId17" Type="http://schemas.openxmlformats.org/officeDocument/2006/relationships/slideLayout" Target="../slideLayouts/slideLayout240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25.xml"/><Relationship Id="rId16" Type="http://schemas.openxmlformats.org/officeDocument/2006/relationships/slideLayout" Target="../slideLayouts/slideLayout239.xml"/><Relationship Id="rId20" Type="http://schemas.openxmlformats.org/officeDocument/2006/relationships/slideLayout" Target="../slideLayouts/slideLayout243.xml"/><Relationship Id="rId1" Type="http://schemas.openxmlformats.org/officeDocument/2006/relationships/slideLayout" Target="../slideLayouts/slideLayout224.xml"/><Relationship Id="rId6" Type="http://schemas.openxmlformats.org/officeDocument/2006/relationships/slideLayout" Target="../slideLayouts/slideLayout229.xml"/><Relationship Id="rId11" Type="http://schemas.openxmlformats.org/officeDocument/2006/relationships/slideLayout" Target="../slideLayouts/slideLayout234.xml"/><Relationship Id="rId24" Type="http://schemas.openxmlformats.org/officeDocument/2006/relationships/oleObject" Target="../embeddings/oleObject13.bin"/><Relationship Id="rId5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38.xml"/><Relationship Id="rId23" Type="http://schemas.openxmlformats.org/officeDocument/2006/relationships/tags" Target="../tags/tag15.xml"/><Relationship Id="rId10" Type="http://schemas.openxmlformats.org/officeDocument/2006/relationships/slideLayout" Target="../slideLayouts/slideLayout233.xml"/><Relationship Id="rId19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27.xml"/><Relationship Id="rId9" Type="http://schemas.openxmlformats.org/officeDocument/2006/relationships/slideLayout" Target="../slideLayouts/slideLayout232.xml"/><Relationship Id="rId14" Type="http://schemas.openxmlformats.org/officeDocument/2006/relationships/slideLayout" Target="../slideLayouts/slideLayout237.xml"/><Relationship Id="rId22" Type="http://schemas.openxmlformats.org/officeDocument/2006/relationships/vmlDrawing" Target="../drawings/vmlDrawing13.v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1.xml"/><Relationship Id="rId13" Type="http://schemas.openxmlformats.org/officeDocument/2006/relationships/slideLayout" Target="../slideLayouts/slideLayout256.xml"/><Relationship Id="rId18" Type="http://schemas.openxmlformats.org/officeDocument/2006/relationships/slideLayout" Target="../slideLayouts/slideLayout261.xml"/><Relationship Id="rId26" Type="http://schemas.openxmlformats.org/officeDocument/2006/relationships/image" Target="../media/image2.tif"/><Relationship Id="rId3" Type="http://schemas.openxmlformats.org/officeDocument/2006/relationships/slideLayout" Target="../slideLayouts/slideLayout246.xml"/><Relationship Id="rId21" Type="http://schemas.openxmlformats.org/officeDocument/2006/relationships/theme" Target="../theme/theme14.xml"/><Relationship Id="rId7" Type="http://schemas.openxmlformats.org/officeDocument/2006/relationships/slideLayout" Target="../slideLayouts/slideLayout250.xml"/><Relationship Id="rId12" Type="http://schemas.openxmlformats.org/officeDocument/2006/relationships/slideLayout" Target="../slideLayouts/slideLayout255.xml"/><Relationship Id="rId17" Type="http://schemas.openxmlformats.org/officeDocument/2006/relationships/slideLayout" Target="../slideLayouts/slideLayout260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45.xml"/><Relationship Id="rId16" Type="http://schemas.openxmlformats.org/officeDocument/2006/relationships/slideLayout" Target="../slideLayouts/slideLayout259.xml"/><Relationship Id="rId2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44.xml"/><Relationship Id="rId6" Type="http://schemas.openxmlformats.org/officeDocument/2006/relationships/slideLayout" Target="../slideLayouts/slideLayout249.xml"/><Relationship Id="rId11" Type="http://schemas.openxmlformats.org/officeDocument/2006/relationships/slideLayout" Target="../slideLayouts/slideLayout254.xml"/><Relationship Id="rId24" Type="http://schemas.openxmlformats.org/officeDocument/2006/relationships/oleObject" Target="../embeddings/oleObject14.bin"/><Relationship Id="rId5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58.xml"/><Relationship Id="rId23" Type="http://schemas.openxmlformats.org/officeDocument/2006/relationships/tags" Target="../tags/tag16.xml"/><Relationship Id="rId10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62.xml"/><Relationship Id="rId4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52.xml"/><Relationship Id="rId14" Type="http://schemas.openxmlformats.org/officeDocument/2006/relationships/slideLayout" Target="../slideLayouts/slideLayout257.xml"/><Relationship Id="rId22" Type="http://schemas.openxmlformats.org/officeDocument/2006/relationships/vmlDrawing" Target="../drawings/vmlDrawing14.v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1.xml"/><Relationship Id="rId13" Type="http://schemas.openxmlformats.org/officeDocument/2006/relationships/slideLayout" Target="../slideLayouts/slideLayout276.xml"/><Relationship Id="rId18" Type="http://schemas.openxmlformats.org/officeDocument/2006/relationships/slideLayout" Target="../slideLayouts/slideLayout281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66.xml"/><Relationship Id="rId21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70.xml"/><Relationship Id="rId12" Type="http://schemas.openxmlformats.org/officeDocument/2006/relationships/slideLayout" Target="../slideLayouts/slideLayout275.xml"/><Relationship Id="rId17" Type="http://schemas.openxmlformats.org/officeDocument/2006/relationships/slideLayout" Target="../slideLayouts/slideLayout280.xml"/><Relationship Id="rId25" Type="http://schemas.openxmlformats.org/officeDocument/2006/relationships/oleObject" Target="../embeddings/oleObject15.bin"/><Relationship Id="rId2" Type="http://schemas.openxmlformats.org/officeDocument/2006/relationships/slideLayout" Target="../slideLayouts/slideLayout265.xml"/><Relationship Id="rId16" Type="http://schemas.openxmlformats.org/officeDocument/2006/relationships/slideLayout" Target="../slideLayouts/slideLayout279.xml"/><Relationship Id="rId20" Type="http://schemas.openxmlformats.org/officeDocument/2006/relationships/slideLayout" Target="../slideLayouts/slideLayout283.xml"/><Relationship Id="rId1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9.xml"/><Relationship Id="rId11" Type="http://schemas.openxmlformats.org/officeDocument/2006/relationships/slideLayout" Target="../slideLayouts/slideLayout274.xml"/><Relationship Id="rId24" Type="http://schemas.openxmlformats.org/officeDocument/2006/relationships/tags" Target="../tags/tag17.xml"/><Relationship Id="rId5" Type="http://schemas.openxmlformats.org/officeDocument/2006/relationships/slideLayout" Target="../slideLayouts/slideLayout268.xml"/><Relationship Id="rId15" Type="http://schemas.openxmlformats.org/officeDocument/2006/relationships/slideLayout" Target="../slideLayouts/slideLayout278.xml"/><Relationship Id="rId23" Type="http://schemas.openxmlformats.org/officeDocument/2006/relationships/vmlDrawing" Target="../drawings/vmlDrawing15.vml"/><Relationship Id="rId10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82.xml"/><Relationship Id="rId4" Type="http://schemas.openxmlformats.org/officeDocument/2006/relationships/slideLayout" Target="../slideLayouts/slideLayout267.xml"/><Relationship Id="rId9" Type="http://schemas.openxmlformats.org/officeDocument/2006/relationships/slideLayout" Target="../slideLayouts/slideLayout272.xml"/><Relationship Id="rId14" Type="http://schemas.openxmlformats.org/officeDocument/2006/relationships/slideLayout" Target="../slideLayouts/slideLayout277.xml"/><Relationship Id="rId22" Type="http://schemas.openxmlformats.org/officeDocument/2006/relationships/theme" Target="../theme/theme15.xml"/><Relationship Id="rId27" Type="http://schemas.openxmlformats.org/officeDocument/2006/relationships/image" Target="../media/image2.tif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heme" Target="../theme/theme16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86.xml"/><Relationship Id="rId1" Type="http://schemas.openxmlformats.org/officeDocument/2006/relationships/slideLayout" Target="../slideLayouts/slideLayout285.xml"/><Relationship Id="rId6" Type="http://schemas.openxmlformats.org/officeDocument/2006/relationships/oleObject" Target="../embeddings/oleObject16.bin"/><Relationship Id="rId5" Type="http://schemas.openxmlformats.org/officeDocument/2006/relationships/tags" Target="../tags/tag18.xml"/><Relationship Id="rId4" Type="http://schemas.openxmlformats.org/officeDocument/2006/relationships/vmlDrawing" Target="../drawings/vmlDrawing16.vml"/><Relationship Id="rId9" Type="http://schemas.openxmlformats.org/officeDocument/2006/relationships/image" Target="../media/image10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slideLayout" Target="../slideLayouts/slideLayout299.xml"/><Relationship Id="rId18" Type="http://schemas.openxmlformats.org/officeDocument/2006/relationships/slideLayout" Target="../slideLayouts/slideLayout304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289.xml"/><Relationship Id="rId21" Type="http://schemas.openxmlformats.org/officeDocument/2006/relationships/slideLayout" Target="../slideLayouts/slideLayout307.xml"/><Relationship Id="rId7" Type="http://schemas.openxmlformats.org/officeDocument/2006/relationships/slideLayout" Target="../slideLayouts/slideLayout293.xml"/><Relationship Id="rId12" Type="http://schemas.openxmlformats.org/officeDocument/2006/relationships/slideLayout" Target="../slideLayouts/slideLayout298.xml"/><Relationship Id="rId17" Type="http://schemas.openxmlformats.org/officeDocument/2006/relationships/slideLayout" Target="../slideLayouts/slideLayout303.xml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302.xml"/><Relationship Id="rId20" Type="http://schemas.openxmlformats.org/officeDocument/2006/relationships/slideLayout" Target="../slideLayouts/slideLayout306.xml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24" Type="http://schemas.openxmlformats.org/officeDocument/2006/relationships/tags" Target="../tags/tag19.xml"/><Relationship Id="rId5" Type="http://schemas.openxmlformats.org/officeDocument/2006/relationships/slideLayout" Target="../slideLayouts/slideLayout291.xml"/><Relationship Id="rId15" Type="http://schemas.openxmlformats.org/officeDocument/2006/relationships/slideLayout" Target="../slideLayouts/slideLayout301.xml"/><Relationship Id="rId23" Type="http://schemas.openxmlformats.org/officeDocument/2006/relationships/vmlDrawing" Target="../drawings/vmlDrawing17.vml"/><Relationship Id="rId10" Type="http://schemas.openxmlformats.org/officeDocument/2006/relationships/slideLayout" Target="../slideLayouts/slideLayout296.xml"/><Relationship Id="rId19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slideLayout" Target="../slideLayouts/slideLayout300.xml"/><Relationship Id="rId22" Type="http://schemas.openxmlformats.org/officeDocument/2006/relationships/theme" Target="../theme/theme17.xml"/><Relationship Id="rId27" Type="http://schemas.openxmlformats.org/officeDocument/2006/relationships/image" Target="../media/image2.tif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5.xml"/><Relationship Id="rId13" Type="http://schemas.openxmlformats.org/officeDocument/2006/relationships/slideLayout" Target="../slideLayouts/slideLayout320.xml"/><Relationship Id="rId18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10.xml"/><Relationship Id="rId21" Type="http://schemas.openxmlformats.org/officeDocument/2006/relationships/vmlDrawing" Target="../drawings/vmlDrawing18.vml"/><Relationship Id="rId7" Type="http://schemas.openxmlformats.org/officeDocument/2006/relationships/slideLayout" Target="../slideLayouts/slideLayout314.xml"/><Relationship Id="rId12" Type="http://schemas.openxmlformats.org/officeDocument/2006/relationships/slideLayout" Target="../slideLayouts/slideLayout319.xml"/><Relationship Id="rId17" Type="http://schemas.openxmlformats.org/officeDocument/2006/relationships/slideLayout" Target="../slideLayouts/slideLayout324.xml"/><Relationship Id="rId25" Type="http://schemas.openxmlformats.org/officeDocument/2006/relationships/image" Target="../media/image2.tif"/><Relationship Id="rId2" Type="http://schemas.openxmlformats.org/officeDocument/2006/relationships/slideLayout" Target="../slideLayouts/slideLayout309.xml"/><Relationship Id="rId16" Type="http://schemas.openxmlformats.org/officeDocument/2006/relationships/slideLayout" Target="../slideLayouts/slideLayout323.xml"/><Relationship Id="rId20" Type="http://schemas.openxmlformats.org/officeDocument/2006/relationships/theme" Target="../theme/theme18.xml"/><Relationship Id="rId1" Type="http://schemas.openxmlformats.org/officeDocument/2006/relationships/slideLayout" Target="../slideLayouts/slideLayout308.xml"/><Relationship Id="rId6" Type="http://schemas.openxmlformats.org/officeDocument/2006/relationships/slideLayout" Target="../slideLayouts/slideLayout313.xml"/><Relationship Id="rId11" Type="http://schemas.openxmlformats.org/officeDocument/2006/relationships/slideLayout" Target="../slideLayouts/slideLayout318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312.xml"/><Relationship Id="rId15" Type="http://schemas.openxmlformats.org/officeDocument/2006/relationships/slideLayout" Target="../slideLayouts/slideLayout322.xml"/><Relationship Id="rId23" Type="http://schemas.openxmlformats.org/officeDocument/2006/relationships/oleObject" Target="../embeddings/oleObject18.bin"/><Relationship Id="rId10" Type="http://schemas.openxmlformats.org/officeDocument/2006/relationships/slideLayout" Target="../slideLayouts/slideLayout317.xml"/><Relationship Id="rId19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11.xml"/><Relationship Id="rId9" Type="http://schemas.openxmlformats.org/officeDocument/2006/relationships/slideLayout" Target="../slideLayouts/slideLayout316.xml"/><Relationship Id="rId14" Type="http://schemas.openxmlformats.org/officeDocument/2006/relationships/slideLayout" Target="../slideLayouts/slideLayout321.xml"/><Relationship Id="rId22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883F2D5-FC8A-47C0-B3B9-50B09D2688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612196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" name="think-cell Slide" r:id="rId23" imgW="532" imgH="530" progId="TCLayout.ActiveDocument.1">
                  <p:embed/>
                </p:oleObj>
              </mc:Choice>
              <mc:Fallback>
                <p:oleObj name="think-cell Slide" r:id="rId23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7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49" r:id="rId11"/>
    <p:sldLayoutId id="2147483657" r:id="rId12"/>
    <p:sldLayoutId id="2147483658" r:id="rId13"/>
    <p:sldLayoutId id="2147483656" r:id="rId14"/>
    <p:sldLayoutId id="2147483651" r:id="rId15"/>
    <p:sldLayoutId id="2147483652" r:id="rId16"/>
    <p:sldLayoutId id="2147483653" r:id="rId17"/>
    <p:sldLayoutId id="2147483654" r:id="rId18"/>
    <p:sldLayoutId id="2147483655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F603D09-B89C-4DBB-9327-6D57DD3C82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4018807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" name="think-cell Slide" r:id="rId23" imgW="532" imgH="530" progId="TCLayout.ActiveDocument.1">
                  <p:embed/>
                </p:oleObj>
              </mc:Choice>
              <mc:Fallback>
                <p:oleObj name="think-cell Slide" r:id="rId23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42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892F258-19BB-4F20-A07B-CC2F0CA9C8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6676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2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5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69FC529-106C-4300-9EC0-664A2CBEB9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886909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94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9AF8C05-C69D-429E-AC8C-511CA166B4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058570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0" name="think-cell Slide" r:id="rId25" imgW="532" imgH="530" progId="TCLayout.ActiveDocument.1">
                  <p:embed/>
                </p:oleObj>
              </mc:Choice>
              <mc:Fallback>
                <p:oleObj name="think-cell Slide" r:id="rId25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78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  <p:sldLayoutId id="2147483935" r:id="rId18"/>
    <p:sldLayoutId id="2147483936" r:id="rId19"/>
    <p:sldLayoutId id="2147483937" r:id="rId20"/>
    <p:sldLayoutId id="2147483938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20AC999-B177-44B5-93AC-0E5A6EB1A3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17305015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4" name="think-cell Slide" r:id="rId26" imgW="532" imgH="530" progId="TCLayout.ActiveDocument.1">
                  <p:embed/>
                </p:oleObj>
              </mc:Choice>
              <mc:Fallback>
                <p:oleObj name="think-cell Slide" r:id="rId26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81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  <p:sldLayoutId id="2147483960" r:id="rId19"/>
    <p:sldLayoutId id="2147483961" r:id="rId20"/>
    <p:sldLayoutId id="2147483962" r:id="rId21"/>
    <p:sldLayoutId id="214748396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E3DC6C-7C39-4ABC-A595-9F935D7CF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157148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8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0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  <p:sldLayoutId id="2147484084" r:id="rId14"/>
    <p:sldLayoutId id="2147484085" r:id="rId15"/>
    <p:sldLayoutId id="2147484086" r:id="rId16"/>
    <p:sldLayoutId id="2147484087" r:id="rId17"/>
    <p:sldLayoutId id="2147484088" r:id="rId18"/>
    <p:sldLayoutId id="2147484089" r:id="rId19"/>
    <p:sldLayoutId id="214748409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E3B8BB9-5AE3-4C32-B69E-D384F03333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70339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2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90738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  <p:sldLayoutId id="2147484141" r:id="rId16"/>
    <p:sldLayoutId id="2147484142" r:id="rId17"/>
    <p:sldLayoutId id="2147484143" r:id="rId18"/>
    <p:sldLayoutId id="2147484144" r:id="rId19"/>
    <p:sldLayoutId id="2147484145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F7674E5-D73F-47F2-B6B5-7758CCE3DC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26153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6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0624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  <p:sldLayoutId id="2147484166" r:id="rId18"/>
    <p:sldLayoutId id="2147484167" r:id="rId19"/>
    <p:sldLayoutId id="214748416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" name="think-cell Slide" r:id="rId25" imgW="353" imgH="363" progId="TCLayout.ActiveDocument.1">
                  <p:embed/>
                </p:oleObj>
              </mc:Choice>
              <mc:Fallback>
                <p:oleObj name="think-cell Slide" r:id="rId25" imgW="353" imgH="363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78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0" r:id="rId1"/>
    <p:sldLayoutId id="2147484201" r:id="rId2"/>
    <p:sldLayoutId id="2147484202" r:id="rId3"/>
    <p:sldLayoutId id="2147484203" r:id="rId4"/>
    <p:sldLayoutId id="2147484204" r:id="rId5"/>
    <p:sldLayoutId id="2147484205" r:id="rId6"/>
    <p:sldLayoutId id="2147484206" r:id="rId7"/>
    <p:sldLayoutId id="2147484207" r:id="rId8"/>
    <p:sldLayoutId id="2147484208" r:id="rId9"/>
    <p:sldLayoutId id="2147484209" r:id="rId10"/>
    <p:sldLayoutId id="2147484211" r:id="rId11"/>
    <p:sldLayoutId id="2147484212" r:id="rId12"/>
    <p:sldLayoutId id="2147484213" r:id="rId13"/>
    <p:sldLayoutId id="2147484214" r:id="rId14"/>
    <p:sldLayoutId id="2147484215" r:id="rId15"/>
    <p:sldLayoutId id="2147484216" r:id="rId16"/>
    <p:sldLayoutId id="2147484217" r:id="rId17"/>
    <p:sldLayoutId id="2147484218" r:id="rId18"/>
    <p:sldLayoutId id="2147484219" r:id="rId19"/>
    <p:sldLayoutId id="214748422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4171059-DFF0-4B65-948C-98DC207937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84486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0" name="think-cell Slide" r:id="rId5" imgW="532" imgH="530" progId="TCLayout.ActiveDocument.1">
                  <p:embed/>
                </p:oleObj>
              </mc:Choice>
              <mc:Fallback>
                <p:oleObj name="think-cell Slide" r:id="rId5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199CAD6-5E67-8A4C-9558-B4282D06E7C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582" y="315467"/>
            <a:ext cx="3538367" cy="3515767"/>
          </a:xfrm>
          <a:prstGeom prst="rect">
            <a:avLst/>
          </a:prstGeom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E4620E-7656-F34B-8CA0-819E0370F1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196" y="6324086"/>
            <a:ext cx="1787904" cy="1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8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</p:sldLayoutIdLst>
  <p:hf hdr="0"/>
  <p:txStyles>
    <p:titleStyle>
      <a:lvl1pPr algn="l" defTabSz="457189" rtl="0" eaLnBrk="1" latinLnBrk="0" hangingPunct="1">
        <a:spcBef>
          <a:spcPct val="0"/>
        </a:spcBef>
        <a:buNone/>
        <a:defRPr sz="2100" b="0" i="0" kern="1200">
          <a:solidFill>
            <a:schemeClr val="tx1"/>
          </a:solidFill>
          <a:latin typeface="+mj-lt"/>
          <a:ea typeface="+mj-ea"/>
          <a:cs typeface="Arial-BoldMT"/>
        </a:defRPr>
      </a:lvl1pPr>
    </p:titleStyle>
    <p:bodyStyle>
      <a:lvl1pPr marL="137160" indent="-137160" algn="l" defTabSz="457189" rtl="0" eaLnBrk="1" latinLnBrk="0" hangingPunct="1">
        <a:spcBef>
          <a:spcPts val="450"/>
        </a:spcBef>
        <a:buFont typeface="Arial"/>
        <a:buNone/>
        <a:defRPr sz="1050" b="1" i="0" kern="1200">
          <a:solidFill>
            <a:schemeClr val="accent2"/>
          </a:solidFill>
          <a:latin typeface="+mn-lt"/>
          <a:ea typeface="+mn-ea"/>
          <a:cs typeface="Arial"/>
        </a:defRPr>
      </a:lvl1pPr>
      <a:lvl2pPr marL="0" indent="0" algn="l" defTabSz="457189" rtl="0" eaLnBrk="1" latinLnBrk="0" hangingPunct="1">
        <a:spcBef>
          <a:spcPts val="450"/>
        </a:spcBef>
        <a:buClr>
          <a:schemeClr val="accent2"/>
        </a:buClr>
        <a:buFont typeface="Arial" panose="020B0604020202020204" pitchFamily="34" charset="0"/>
        <a:buNone/>
        <a:tabLst/>
        <a:defRPr sz="1050" b="1" i="0" kern="1200">
          <a:solidFill>
            <a:schemeClr val="accent2"/>
          </a:solidFill>
          <a:latin typeface="+mn-lt"/>
          <a:ea typeface="+mn-ea"/>
          <a:cs typeface="Arial"/>
        </a:defRPr>
      </a:lvl2pPr>
      <a:lvl3pPr marL="0" indent="0" algn="l" defTabSz="457189" rtl="0" eaLnBrk="1" latinLnBrk="0" hangingPunct="1">
        <a:spcBef>
          <a:spcPts val="300"/>
        </a:spcBef>
        <a:buFont typeface="Arial" panose="020B0604020202020204" pitchFamily="34" charset="0"/>
        <a:buNone/>
        <a:defRPr sz="1050" b="1" i="0" kern="1200">
          <a:solidFill>
            <a:schemeClr val="accent2"/>
          </a:solidFill>
          <a:latin typeface="+mn-lt"/>
          <a:ea typeface="+mn-ea"/>
          <a:cs typeface="Arial"/>
        </a:defRPr>
      </a:lvl3pPr>
      <a:lvl4pPr marL="214313" indent="0" algn="l" defTabSz="457189" rtl="0" eaLnBrk="1" latinLnBrk="0" hangingPunct="1">
        <a:spcBef>
          <a:spcPts val="450"/>
        </a:spcBef>
        <a:buClr>
          <a:schemeClr val="accent2"/>
        </a:buClr>
        <a:buFont typeface="Arial" panose="020B0604020202020204" pitchFamily="34" charset="0"/>
        <a:buNone/>
        <a:tabLst/>
        <a:defRPr sz="1050" b="1" i="0" kern="1200">
          <a:solidFill>
            <a:schemeClr val="accent2"/>
          </a:solidFill>
          <a:latin typeface="+mn-lt"/>
          <a:ea typeface="+mn-ea"/>
          <a:cs typeface="Arial"/>
        </a:defRPr>
      </a:lvl4pPr>
      <a:lvl5pPr marL="125015" indent="0" algn="l" defTabSz="457189" rtl="0" eaLnBrk="1" latinLnBrk="0" hangingPunct="1">
        <a:spcBef>
          <a:spcPts val="450"/>
        </a:spcBef>
        <a:buClr>
          <a:schemeClr val="accent2"/>
        </a:buClr>
        <a:buSzPct val="80000"/>
        <a:buFont typeface="Arial" panose="020B0604020202020204" pitchFamily="34" charset="0"/>
        <a:buNone/>
        <a:tabLst/>
        <a:defRPr sz="1050" b="1" i="0" kern="1200">
          <a:solidFill>
            <a:schemeClr val="accent2"/>
          </a:solidFill>
          <a:latin typeface="+mn-lt"/>
          <a:ea typeface="+mn-ea"/>
          <a:cs typeface="Arial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AA8A5D8-A609-4068-8F20-562572E308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7469907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74" name="think-cell Slide" r:id="rId25" imgW="532" imgH="530" progId="TCLayout.ActiveDocument.1">
                  <p:embed/>
                </p:oleObj>
              </mc:Choice>
              <mc:Fallback>
                <p:oleObj name="think-cell Slide" r:id="rId25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82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0" r:id="rId1"/>
    <p:sldLayoutId id="2147484301" r:id="rId2"/>
    <p:sldLayoutId id="2147484302" r:id="rId3"/>
    <p:sldLayoutId id="2147484303" r:id="rId4"/>
    <p:sldLayoutId id="2147484304" r:id="rId5"/>
    <p:sldLayoutId id="2147484305" r:id="rId6"/>
    <p:sldLayoutId id="2147484306" r:id="rId7"/>
    <p:sldLayoutId id="2147484307" r:id="rId8"/>
    <p:sldLayoutId id="2147484308" r:id="rId9"/>
    <p:sldLayoutId id="2147484309" r:id="rId10"/>
    <p:sldLayoutId id="2147484310" r:id="rId11"/>
    <p:sldLayoutId id="2147484311" r:id="rId12"/>
    <p:sldLayoutId id="2147484312" r:id="rId13"/>
    <p:sldLayoutId id="2147484313" r:id="rId14"/>
    <p:sldLayoutId id="2147484314" r:id="rId15"/>
    <p:sldLayoutId id="2147484315" r:id="rId16"/>
    <p:sldLayoutId id="2147484316" r:id="rId17"/>
    <p:sldLayoutId id="2147484317" r:id="rId18"/>
    <p:sldLayoutId id="2147484318" r:id="rId19"/>
    <p:sldLayoutId id="2147484319" r:id="rId20"/>
    <p:sldLayoutId id="214748432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CA20EA7-0A60-435A-B09A-32D0FA8B6C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335616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8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8113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3" r:id="rId1"/>
    <p:sldLayoutId id="2147484324" r:id="rId2"/>
    <p:sldLayoutId id="2147484325" r:id="rId3"/>
    <p:sldLayoutId id="2147484326" r:id="rId4"/>
    <p:sldLayoutId id="2147484327" r:id="rId5"/>
    <p:sldLayoutId id="2147484328" r:id="rId6"/>
    <p:sldLayoutId id="2147484329" r:id="rId7"/>
    <p:sldLayoutId id="2147484330" r:id="rId8"/>
    <p:sldLayoutId id="2147484331" r:id="rId9"/>
    <p:sldLayoutId id="2147484332" r:id="rId10"/>
    <p:sldLayoutId id="2147484334" r:id="rId11"/>
    <p:sldLayoutId id="2147484335" r:id="rId12"/>
    <p:sldLayoutId id="2147484336" r:id="rId13"/>
    <p:sldLayoutId id="2147484337" r:id="rId14"/>
    <p:sldLayoutId id="2147484338" r:id="rId15"/>
    <p:sldLayoutId id="2147484339" r:id="rId16"/>
    <p:sldLayoutId id="2147484340" r:id="rId17"/>
    <p:sldLayoutId id="2147484341" r:id="rId18"/>
    <p:sldLayoutId id="2147484342" r:id="rId19"/>
    <p:sldLayoutId id="2147484343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51D3F3-D255-4B09-B87B-8629D6C8BA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975359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2" name="think-cell Slide" r:id="rId24" imgW="532" imgH="530" progId="TCLayout.ActiveDocument.1">
                  <p:embed/>
                </p:oleObj>
              </mc:Choice>
              <mc:Fallback>
                <p:oleObj name="think-cell Slide" r:id="rId24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53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  <p:sldLayoutId id="2147484553" r:id="rId5"/>
    <p:sldLayoutId id="2147484554" r:id="rId6"/>
    <p:sldLayoutId id="2147484555" r:id="rId7"/>
    <p:sldLayoutId id="2147484556" r:id="rId8"/>
    <p:sldLayoutId id="2147484557" r:id="rId9"/>
    <p:sldLayoutId id="2147484558" r:id="rId10"/>
    <p:sldLayoutId id="2147484559" r:id="rId11"/>
    <p:sldLayoutId id="2147484560" r:id="rId12"/>
    <p:sldLayoutId id="2147484561" r:id="rId13"/>
    <p:sldLayoutId id="2147484562" r:id="rId14"/>
    <p:sldLayoutId id="2147484563" r:id="rId15"/>
    <p:sldLayoutId id="2147484564" r:id="rId16"/>
    <p:sldLayoutId id="2147484565" r:id="rId17"/>
    <p:sldLayoutId id="2147484566" r:id="rId18"/>
    <p:sldLayoutId id="2147484567" r:id="rId19"/>
    <p:sldLayoutId id="214748456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0633522-DDC8-454D-9F0B-C940DE50C9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61975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6" name="think-cell Slide" r:id="rId25" imgW="532" imgH="530" progId="TCLayout.ActiveDocument.1">
                  <p:embed/>
                </p:oleObj>
              </mc:Choice>
              <mc:Fallback>
                <p:oleObj name="think-cell Slide" r:id="rId25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998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3" r:id="rId1"/>
    <p:sldLayoutId id="2147484624" r:id="rId2"/>
    <p:sldLayoutId id="2147484625" r:id="rId3"/>
    <p:sldLayoutId id="2147484626" r:id="rId4"/>
    <p:sldLayoutId id="2147484627" r:id="rId5"/>
    <p:sldLayoutId id="2147484628" r:id="rId6"/>
    <p:sldLayoutId id="2147484629" r:id="rId7"/>
    <p:sldLayoutId id="2147484630" r:id="rId8"/>
    <p:sldLayoutId id="2147484631" r:id="rId9"/>
    <p:sldLayoutId id="2147484632" r:id="rId10"/>
    <p:sldLayoutId id="2147484633" r:id="rId11"/>
    <p:sldLayoutId id="2147484634" r:id="rId12"/>
    <p:sldLayoutId id="2147484635" r:id="rId13"/>
    <p:sldLayoutId id="2147484636" r:id="rId14"/>
    <p:sldLayoutId id="2147484637" r:id="rId15"/>
    <p:sldLayoutId id="2147484638" r:id="rId16"/>
    <p:sldLayoutId id="2147484639" r:id="rId17"/>
    <p:sldLayoutId id="2147484640" r:id="rId18"/>
    <p:sldLayoutId id="2147484641" r:id="rId19"/>
    <p:sldLayoutId id="2147484642" r:id="rId20"/>
    <p:sldLayoutId id="2147484644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5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199CAD6-5E67-8A4C-9558-B4282D06E7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581" y="315467"/>
            <a:ext cx="3538367" cy="3515767"/>
          </a:xfrm>
          <a:prstGeom prst="rect">
            <a:avLst/>
          </a:prstGeom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E4620E-7656-F34B-8CA0-819E0370F1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196" y="6324084"/>
            <a:ext cx="1787904" cy="1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8" r:id="rId1"/>
    <p:sldLayoutId id="2147484650" r:id="rId2"/>
  </p:sldLayoutIdLst>
  <p:hf hdr="0"/>
  <p:txStyles>
    <p:titleStyle>
      <a:lvl1pPr algn="l" defTabSz="609585" rtl="0" eaLnBrk="1" latinLnBrk="0" hangingPunct="1"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Arial-BoldMT"/>
        </a:defRPr>
      </a:lvl1pPr>
    </p:titleStyle>
    <p:bodyStyle>
      <a:lvl1pPr marL="182880" indent="-182880" algn="l" defTabSz="609585" rtl="0" eaLnBrk="1" latinLnBrk="0" hangingPunct="1">
        <a:spcBef>
          <a:spcPts val="600"/>
        </a:spcBef>
        <a:buFont typeface="Arial"/>
        <a:buNone/>
        <a:defRPr sz="1400" b="1" i="0" kern="1200">
          <a:solidFill>
            <a:schemeClr val="accent2"/>
          </a:solidFill>
          <a:latin typeface="+mn-lt"/>
          <a:ea typeface="+mn-ea"/>
          <a:cs typeface="Arial"/>
        </a:defRPr>
      </a:lvl1pPr>
      <a:lvl2pPr marL="0" indent="0" algn="l" defTabSz="609585" rtl="0" eaLnBrk="1" latinLnBrk="0" hangingPunct="1">
        <a:spcBef>
          <a:spcPts val="600"/>
        </a:spcBef>
        <a:buClr>
          <a:schemeClr val="accent2"/>
        </a:buClr>
        <a:buFont typeface="Arial" panose="020B0604020202020204" pitchFamily="34" charset="0"/>
        <a:buNone/>
        <a:tabLst/>
        <a:defRPr sz="1400" b="1" i="0" kern="1200">
          <a:solidFill>
            <a:schemeClr val="accent2"/>
          </a:solidFill>
          <a:latin typeface="+mn-lt"/>
          <a:ea typeface="+mn-ea"/>
          <a:cs typeface="Arial"/>
        </a:defRPr>
      </a:lvl2pPr>
      <a:lvl3pPr marL="0" indent="0" algn="l" defTabSz="609585" rtl="0" eaLnBrk="1" latinLnBrk="0" hangingPunct="1">
        <a:spcBef>
          <a:spcPts val="400"/>
        </a:spcBef>
        <a:buFont typeface="Arial" panose="020B0604020202020204" pitchFamily="34" charset="0"/>
        <a:buNone/>
        <a:defRPr sz="1400" b="1" i="0" kern="1200">
          <a:solidFill>
            <a:schemeClr val="accent2"/>
          </a:solidFill>
          <a:latin typeface="+mn-lt"/>
          <a:ea typeface="+mn-ea"/>
          <a:cs typeface="Arial"/>
        </a:defRPr>
      </a:lvl3pPr>
      <a:lvl4pPr marL="285750" indent="0" algn="l" defTabSz="609585" rtl="0" eaLnBrk="1" latinLnBrk="0" hangingPunct="1">
        <a:spcBef>
          <a:spcPts val="600"/>
        </a:spcBef>
        <a:buClr>
          <a:schemeClr val="accent2"/>
        </a:buClr>
        <a:buFont typeface="Arial" panose="020B0604020202020204" pitchFamily="34" charset="0"/>
        <a:buNone/>
        <a:tabLst/>
        <a:defRPr sz="1400" b="1" i="0" kern="1200">
          <a:solidFill>
            <a:schemeClr val="accent2"/>
          </a:solidFill>
          <a:latin typeface="+mn-lt"/>
          <a:ea typeface="+mn-ea"/>
          <a:cs typeface="Arial"/>
        </a:defRPr>
      </a:lvl4pPr>
      <a:lvl5pPr marL="166687" indent="0" algn="l" defTabSz="609585" rtl="0" eaLnBrk="1" latinLnBrk="0" hangingPunct="1">
        <a:spcBef>
          <a:spcPts val="600"/>
        </a:spcBef>
        <a:buClr>
          <a:schemeClr val="accent2"/>
        </a:buClr>
        <a:buSzPct val="80000"/>
        <a:buFont typeface="Arial" panose="020B0604020202020204" pitchFamily="34" charset="0"/>
        <a:buNone/>
        <a:tabLst/>
        <a:defRPr sz="1400" b="1" i="0" kern="1200">
          <a:solidFill>
            <a:schemeClr val="accent2"/>
          </a:solidFill>
          <a:latin typeface="+mn-lt"/>
          <a:ea typeface="+mn-ea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3D178E-7981-458B-8E56-4584F9C197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032865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5" name="think-cell Slide" r:id="rId25" imgW="532" imgH="530" progId="TCLayout.ActiveDocument.1">
                  <p:embed/>
                </p:oleObj>
              </mc:Choice>
              <mc:Fallback>
                <p:oleObj name="think-cell Slide" r:id="rId25" imgW="532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816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  <p:sldLayoutId id="2147484680" r:id="rId12"/>
    <p:sldLayoutId id="2147484681" r:id="rId13"/>
    <p:sldLayoutId id="2147484682" r:id="rId14"/>
    <p:sldLayoutId id="2147484683" r:id="rId15"/>
    <p:sldLayoutId id="2147484684" r:id="rId16"/>
    <p:sldLayoutId id="2147484685" r:id="rId17"/>
    <p:sldLayoutId id="2147484686" r:id="rId18"/>
    <p:sldLayoutId id="2147484687" r:id="rId19"/>
    <p:sldLayoutId id="2147484688" r:id="rId20"/>
    <p:sldLayoutId id="214748469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883F2D5-FC8A-47C0-B3B9-50B09D2688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4" name="think-cell Slide" r:id="rId23" imgW="532" imgH="530" progId="TCLayout.ActiveDocument.1">
                  <p:embed/>
                </p:oleObj>
              </mc:Choice>
              <mc:Fallback>
                <p:oleObj name="think-cell Slide" r:id="rId23" imgW="532" imgH="53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883F2D5-FC8A-47C0-B3B9-50B09D268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799" y="85725"/>
            <a:ext cx="7962363" cy="56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143000"/>
            <a:ext cx="7962364" cy="50292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FLEETCOR  |  </a:t>
            </a:r>
            <a:fld id="{9D0366B9-DE20-4809-B90C-C8E53EFFFB6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4" y="85725"/>
            <a:ext cx="520996" cy="5334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762000" y="6858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762000" y="6629400"/>
            <a:ext cx="788616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24201" y="66294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9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  <p:sldLayoutId id="2147484732" r:id="rId18"/>
    <p:sldLayoutId id="2147484733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ts val="1200"/>
        </a:spcBef>
        <a:spcAft>
          <a:spcPts val="1200"/>
        </a:spcAft>
        <a:buClr>
          <a:schemeClr val="bg1">
            <a:lumMod val="50000"/>
          </a:schemeClr>
        </a:buClr>
        <a:buSzPct val="100000"/>
        <a:buFont typeface="Arial" pitchFamily="34" charset="0"/>
        <a:buChar char="•"/>
        <a:defRPr lang="en-US" sz="3200" b="0" kern="1200" dirty="0" smtClean="0">
          <a:solidFill>
            <a:schemeClr val="tx1"/>
          </a:solidFill>
          <a:latin typeface="Arial"/>
          <a:ea typeface="+mn-ea"/>
          <a:cs typeface="Arial"/>
        </a:defRPr>
      </a:lvl1pPr>
      <a:lvl2pPr marL="1033463" indent="-460375" algn="l" rtl="0" eaLnBrk="1" fontAlgn="base" hangingPunct="1">
        <a:spcBef>
          <a:spcPts val="0"/>
        </a:spcBef>
        <a:spcAft>
          <a:spcPts val="1800"/>
        </a:spcAft>
        <a:buClr>
          <a:srgbClr val="FF0000"/>
        </a:buClr>
        <a:buChar char="–"/>
        <a:defRPr sz="2800" b="0">
          <a:solidFill>
            <a:schemeClr val="tx1"/>
          </a:solidFill>
          <a:latin typeface="+mn-lt"/>
        </a:defRPr>
      </a:lvl2pPr>
      <a:lvl3pPr marL="1484313" indent="-280988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Char char="•"/>
        <a:defRPr sz="2400" b="0">
          <a:solidFill>
            <a:schemeClr val="tx1"/>
          </a:solidFill>
          <a:latin typeface="+mn-lt"/>
        </a:defRPr>
      </a:lvl3pPr>
      <a:lvl4pPr marL="1257300" indent="-228600" algn="l" rtl="0" eaLnBrk="1" fontAlgn="base" hangingPunct="1">
        <a:spcBef>
          <a:spcPts val="0"/>
        </a:spcBef>
        <a:spcAft>
          <a:spcPts val="600"/>
        </a:spcAft>
        <a:buClr>
          <a:schemeClr val="bg1">
            <a:lumMod val="50000"/>
          </a:schemeClr>
        </a:buClr>
        <a:buFont typeface="Arial" pitchFamily="34" charset="0"/>
        <a:buChar char="−"/>
        <a:defRPr sz="2400" b="0" baseline="0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ts val="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2400" b="0" baseline="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ü"/>
        <a:defRPr sz="1000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tags" Target="../tags/tag22.xml"/><Relationship Id="rId7" Type="http://schemas.openxmlformats.org/officeDocument/2006/relationships/image" Target="../media/image11.emf"/><Relationship Id="rId2" Type="http://schemas.openxmlformats.org/officeDocument/2006/relationships/tags" Target="../tags/tag2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0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1.emf"/><Relationship Id="rId2" Type="http://schemas.openxmlformats.org/officeDocument/2006/relationships/tags" Target="../tags/tag23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0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3FE2F-5BF4-E741-98FB-642D3893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52400"/>
            <a:ext cx="8123765" cy="583141"/>
          </a:xfrm>
        </p:spPr>
        <p:txBody>
          <a:bodyPr>
            <a:noAutofit/>
          </a:bodyPr>
          <a:lstStyle/>
          <a:p>
            <a:br>
              <a:rPr lang="en-US" sz="1400" b="1" dirty="0">
                <a:latin typeface="Calibri" panose="020F0502020204030204" pitchFamily="34" charset="0"/>
              </a:rPr>
            </a:br>
            <a:r>
              <a:rPr lang="en-US" sz="1400" b="1" dirty="0">
                <a:latin typeface="Calibri" panose="020F0502020204030204" pitchFamily="34" charset="0"/>
              </a:rPr>
              <a:t>Companion Card Eligibility for Cross Sell</a:t>
            </a: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CF307-D690-48CB-83A8-1C4DD589A6C7}"/>
              </a:ext>
            </a:extLst>
          </p:cNvPr>
          <p:cNvSpPr txBox="1"/>
          <p:nvPr/>
        </p:nvSpPr>
        <p:spPr bwMode="auto">
          <a:xfrm>
            <a:off x="3886200" y="2975282"/>
            <a:ext cx="1066800" cy="49244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kern="0" dirty="0">
                <a:solidFill>
                  <a:srgbClr val="00B05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CC Eligible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D85823-984E-4E75-8F3A-7628C500CC7C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419600" y="3461772"/>
            <a:ext cx="1380243" cy="376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F25726-3EF6-484C-8BCB-7126FF21C606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099062" y="3461772"/>
            <a:ext cx="1320538" cy="376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26E665-A7AB-4700-9B2B-91613005E764}"/>
              </a:ext>
            </a:extLst>
          </p:cNvPr>
          <p:cNvSpPr txBox="1"/>
          <p:nvPr/>
        </p:nvSpPr>
        <p:spPr bwMode="auto">
          <a:xfrm>
            <a:off x="5444373" y="3838307"/>
            <a:ext cx="710940" cy="46166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kern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D865DB-EE8E-4DFE-926E-A1D3AAF32F5B}"/>
              </a:ext>
            </a:extLst>
          </p:cNvPr>
          <p:cNvCxnSpPr>
            <a:cxnSpLocks/>
            <a:stCxn id="22" idx="2"/>
            <a:endCxn id="44" idx="0"/>
          </p:cNvCxnSpPr>
          <p:nvPr/>
        </p:nvCxnSpPr>
        <p:spPr>
          <a:xfrm flipH="1">
            <a:off x="3617904" y="4299972"/>
            <a:ext cx="2181939" cy="537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F67993-3AF3-4283-A029-324C9A45AA5B}"/>
              </a:ext>
            </a:extLst>
          </p:cNvPr>
          <p:cNvCxnSpPr>
            <a:cxnSpLocks/>
            <a:stCxn id="22" idx="2"/>
            <a:endCxn id="45" idx="0"/>
          </p:cNvCxnSpPr>
          <p:nvPr/>
        </p:nvCxnSpPr>
        <p:spPr>
          <a:xfrm flipH="1">
            <a:off x="5791200" y="4299972"/>
            <a:ext cx="8643" cy="52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9BC41A-AACA-449E-AE63-75869CCFEF1E}"/>
              </a:ext>
            </a:extLst>
          </p:cNvPr>
          <p:cNvCxnSpPr>
            <a:cxnSpLocks/>
            <a:stCxn id="22" idx="2"/>
            <a:endCxn id="46" idx="0"/>
          </p:cNvCxnSpPr>
          <p:nvPr/>
        </p:nvCxnSpPr>
        <p:spPr>
          <a:xfrm>
            <a:off x="5799843" y="4299972"/>
            <a:ext cx="2124957" cy="528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5B8873-749C-47D9-BA8F-BEEC35D84A1F}"/>
              </a:ext>
            </a:extLst>
          </p:cNvPr>
          <p:cNvSpPr txBox="1"/>
          <p:nvPr/>
        </p:nvSpPr>
        <p:spPr bwMode="auto">
          <a:xfrm>
            <a:off x="2692924" y="3838307"/>
            <a:ext cx="812276" cy="46166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kern="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WATCH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188BBE-5DBA-4D19-9AB6-7F38CBCE4347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 flipH="1">
            <a:off x="1301750" y="4299972"/>
            <a:ext cx="1797312" cy="537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AE7EE6-700C-40AD-B7DD-6437E6B5E9FE}"/>
              </a:ext>
            </a:extLst>
          </p:cNvPr>
          <p:cNvSpPr txBox="1"/>
          <p:nvPr/>
        </p:nvSpPr>
        <p:spPr bwMode="auto">
          <a:xfrm>
            <a:off x="304800" y="4837837"/>
            <a:ext cx="1993900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 kern="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WATCH_1A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On books less than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Max DPD last 12months &lt;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 NSF payment last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Fuel active last 90 days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ED367F-21C4-427F-AF20-BE17D265E855}"/>
              </a:ext>
            </a:extLst>
          </p:cNvPr>
          <p:cNvSpPr txBox="1"/>
          <p:nvPr/>
        </p:nvSpPr>
        <p:spPr bwMode="auto">
          <a:xfrm>
            <a:off x="2679700" y="4837837"/>
            <a:ext cx="1876407" cy="180049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 kern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 1A1D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Unlocked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 Companion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On Book &gt;=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 10+ DPD Last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 NSF payment Last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Fuel active last 90 days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8E0630-7D63-43CE-9B70-DE4FC1E5885A}"/>
              </a:ext>
            </a:extLst>
          </p:cNvPr>
          <p:cNvSpPr txBox="1"/>
          <p:nvPr/>
        </p:nvSpPr>
        <p:spPr bwMode="auto">
          <a:xfrm>
            <a:off x="4953000" y="4828907"/>
            <a:ext cx="1676400" cy="129266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 kern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 1E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Unlocked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Non-Fuel inactive over 90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Fuel active last 90 days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E8FD2E-03A1-43E4-A943-D28FA9C197B9}"/>
              </a:ext>
            </a:extLst>
          </p:cNvPr>
          <p:cNvSpPr txBox="1"/>
          <p:nvPr/>
        </p:nvSpPr>
        <p:spPr bwMode="auto">
          <a:xfrm>
            <a:off x="7010400" y="4828907"/>
            <a:ext cx="1828800" cy="180049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137160" rIns="137160" bIns="13716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 kern="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 2A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Max DPD last 12months &gt;=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DPD &lt;= 29 &amp; past due amount &lt;=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No NSF payment last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kern="0" dirty="0">
                <a:latin typeface="Calibri" panose="020F0502020204030204" pitchFamily="34" charset="0"/>
                <a:cs typeface="Calibri" panose="020F0502020204030204" pitchFamily="34" charset="0"/>
              </a:rPr>
              <a:t>Fuel active last 90 days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AC5DF9-5163-430D-8AAD-904CA8C2D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735420"/>
            <a:ext cx="8534400" cy="216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2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3FE2F-5BF4-E741-98FB-642D3893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52400"/>
            <a:ext cx="8123765" cy="583141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Calibri" panose="020F0502020204030204" pitchFamily="34" charset="0"/>
              </a:rPr>
              <a:t>New/Additional Segmentation and Eligibility Criteria</a:t>
            </a: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6629400" y="6629400"/>
            <a:ext cx="2133600" cy="2286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FLEETCOR  |  </a:t>
            </a:r>
            <a:fld id="{9D0366B9-DE20-4809-B90C-C8E53EFFFB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B70A7B-013E-45DF-90C3-AD8424B5FBEB}"/>
              </a:ext>
            </a:extLst>
          </p:cNvPr>
          <p:cNvSpPr/>
          <p:nvPr/>
        </p:nvSpPr>
        <p:spPr>
          <a:xfrm>
            <a:off x="1295400" y="2667000"/>
            <a:ext cx="6629399" cy="25908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58738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Additional Eligibility Criteria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least 3 cleared payments with total payment &gt;= $2500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more than 1 30+ DPD and no 60+ DPD in 12 months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in risk segment score 48-63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in GROW_1A_1D with MOB &lt; 16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in WATCH_1A when CCS Grade D or X and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Paydex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Missing or &lt; 80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linked to WO accounts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85C04A6-733F-4DFE-A042-DEDBF1A81D01}"/>
              </a:ext>
            </a:extLst>
          </p:cNvPr>
          <p:cNvSpPr/>
          <p:nvPr/>
        </p:nvSpPr>
        <p:spPr>
          <a:xfrm>
            <a:off x="1295400" y="762000"/>
            <a:ext cx="6629399" cy="18288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58738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Account Risk Segmentation Model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 tree segmentation model for classifying risk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Accounts for bureau credit history and Fleetcor performance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Places accounts in segments 1-63 based on risk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 1 is lowest risk</a:t>
            </a:r>
          </a:p>
          <a:p>
            <a:pPr marL="287338" indent="-228600" defTabSz="27432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 63 is highest risk</a:t>
            </a:r>
          </a:p>
        </p:txBody>
      </p:sp>
    </p:spTree>
    <p:extLst>
      <p:ext uri="{BB962C8B-B14F-4D97-AF65-F5344CB8AC3E}">
        <p14:creationId xmlns:p14="http://schemas.microsoft.com/office/powerpoint/2010/main" val="32541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mkrnMOAjcKeaR_6QjaT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YyWCXsRl6RcyK.l7bAP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YyWCXsRl6RcyK.l7bAPg"/>
</p:tagLst>
</file>

<file path=ppt/theme/theme1.xml><?xml version="1.0" encoding="utf-8"?>
<a:theme xmlns:a="http://schemas.openxmlformats.org/drawingml/2006/main" name="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6E5DE2EC-CF84-42D5-93F8-9B5855EC2191}"/>
    </a:ext>
  </a:extLst>
</a:theme>
</file>

<file path=ppt/theme/theme2.xml><?xml version="1.0" encoding="utf-8"?>
<a:theme xmlns:a="http://schemas.openxmlformats.org/drawingml/2006/main" name="1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51648B2A-A02C-428F-9D00-9647A2101AA7}"/>
    </a:ext>
  </a:extLst>
</a:theme>
</file>

<file path=ppt/theme/theme3.xml><?xml version="1.0" encoding="utf-8"?>
<a:theme xmlns:a="http://schemas.openxmlformats.org/drawingml/2006/main" name="2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D4729034-89F4-436F-83D9-3A1FF565843F}"/>
    </a:ext>
  </a:extLst>
</a:theme>
</file>

<file path=ppt/theme/theme4.xml><?xml version="1.0" encoding="utf-8"?>
<a:theme xmlns:a="http://schemas.openxmlformats.org/drawingml/2006/main" name="3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7D937003-8001-4D7C-B871-ABCE9E0B546D}"/>
    </a:ext>
  </a:extLst>
</a:theme>
</file>

<file path=ppt/theme/theme5.xml><?xml version="1.0" encoding="utf-8"?>
<a:theme xmlns:a="http://schemas.openxmlformats.org/drawingml/2006/main" name="4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5B9E1641-9595-496F-ABBC-16AAB107C23C}"/>
    </a:ext>
  </a:extLst>
</a:theme>
</file>

<file path=ppt/theme/theme6.xml><?xml version="1.0" encoding="utf-8"?>
<a:theme xmlns:a="http://schemas.openxmlformats.org/drawingml/2006/main" name="5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88CC9BB7-5AB9-4968-BE4D-3C6436C206A7}"/>
    </a:ext>
  </a:extLst>
</a:theme>
</file>

<file path=ppt/theme/theme7.xml><?xml version="1.0" encoding="utf-8"?>
<a:theme xmlns:a="http://schemas.openxmlformats.org/drawingml/2006/main" name="6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5A99D9A9-0735-472A-9D8F-B41459C855E4}"/>
    </a:ext>
  </a:extLst>
</a:theme>
</file>

<file path=ppt/theme/theme8.xml><?xml version="1.0" encoding="utf-8"?>
<a:theme xmlns:a="http://schemas.openxmlformats.org/drawingml/2006/main" name="7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CAE8B191-7DE0-482B-B628-27B37E666F67}"/>
    </a:ext>
  </a:extLst>
</a:theme>
</file>

<file path=ppt/theme/theme9.xml><?xml version="1.0" encoding="utf-8"?>
<a:theme xmlns:a="http://schemas.openxmlformats.org/drawingml/2006/main" name="8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88A896FB-4CDC-4E21-874E-08092275BC2A}"/>
    </a:ext>
  </a:extLst>
</a:theme>
</file>

<file path=ppt/theme/theme10.xml><?xml version="1.0" encoding="utf-8"?>
<a:theme xmlns:a="http://schemas.openxmlformats.org/drawingml/2006/main" name="9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1A29C2A0-57E5-48BD-91C2-4C9D4A3B60F9}"/>
    </a:ext>
  </a:extLst>
</a:theme>
</file>

<file path=ppt/theme/theme11.xml><?xml version="1.0" encoding="utf-8"?>
<a:theme xmlns:a="http://schemas.openxmlformats.org/drawingml/2006/main" name="COVER">
  <a:themeElements>
    <a:clrScheme name="FLEETCOR2018">
      <a:dk1>
        <a:srgbClr val="202E35"/>
      </a:dk1>
      <a:lt1>
        <a:srgbClr val="FEFFFF"/>
      </a:lt1>
      <a:dk2>
        <a:srgbClr val="202E35"/>
      </a:dk2>
      <a:lt2>
        <a:srgbClr val="F7F7F7"/>
      </a:lt2>
      <a:accent1>
        <a:srgbClr val="AE1D28"/>
      </a:accent1>
      <a:accent2>
        <a:srgbClr val="EC113D"/>
      </a:accent2>
      <a:accent3>
        <a:srgbClr val="3682C8"/>
      </a:accent3>
      <a:accent4>
        <a:srgbClr val="7FD3DD"/>
      </a:accent4>
      <a:accent5>
        <a:srgbClr val="FFD300"/>
      </a:accent5>
      <a:accent6>
        <a:srgbClr val="F7F7F7"/>
      </a:accent6>
      <a:hlink>
        <a:srgbClr val="3682C8"/>
      </a:hlink>
      <a:folHlink>
        <a:srgbClr val="7FD3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leetcor Presentation Template" id="{E56C1A13-9973-4C10-A450-78645E4E9DA2}" vid="{2B04691E-E844-44AF-B49C-69A9A1AEFC4D}"/>
    </a:ext>
  </a:extLst>
</a:theme>
</file>

<file path=ppt/theme/theme12.xml><?xml version="1.0" encoding="utf-8"?>
<a:theme xmlns:a="http://schemas.openxmlformats.org/drawingml/2006/main" name="10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46485B10-5B70-4D93-884A-504A56527CAC}"/>
    </a:ext>
  </a:extLst>
</a:theme>
</file>

<file path=ppt/theme/theme13.xml><?xml version="1.0" encoding="utf-8"?>
<a:theme xmlns:a="http://schemas.openxmlformats.org/drawingml/2006/main" name="11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87AFBD6A-9E29-47DB-860A-C75EDC51C574}"/>
    </a:ext>
  </a:extLst>
</a:theme>
</file>

<file path=ppt/theme/theme14.xml><?xml version="1.0" encoding="utf-8"?>
<a:theme xmlns:a="http://schemas.openxmlformats.org/drawingml/2006/main" name="12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EAA6FED2-9539-4D44-B975-2A33DEDC3A71}"/>
    </a:ext>
  </a:extLst>
</a:theme>
</file>

<file path=ppt/theme/theme15.xml><?xml version="1.0" encoding="utf-8"?>
<a:theme xmlns:a="http://schemas.openxmlformats.org/drawingml/2006/main" name="13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992CA9DB-CCFD-48B8-8E33-E28C04753AF3}"/>
    </a:ext>
  </a:extLst>
</a:theme>
</file>

<file path=ppt/theme/theme16.xml><?xml version="1.0" encoding="utf-8"?>
<a:theme xmlns:a="http://schemas.openxmlformats.org/drawingml/2006/main" name="FLT Template 2020">
  <a:themeElements>
    <a:clrScheme name="FLEETCOR2018">
      <a:dk1>
        <a:srgbClr val="202E35"/>
      </a:dk1>
      <a:lt1>
        <a:srgbClr val="FEFFFF"/>
      </a:lt1>
      <a:dk2>
        <a:srgbClr val="202E35"/>
      </a:dk2>
      <a:lt2>
        <a:srgbClr val="F7F7F7"/>
      </a:lt2>
      <a:accent1>
        <a:srgbClr val="AE1D28"/>
      </a:accent1>
      <a:accent2>
        <a:srgbClr val="EC113D"/>
      </a:accent2>
      <a:accent3>
        <a:srgbClr val="3682C8"/>
      </a:accent3>
      <a:accent4>
        <a:srgbClr val="7FD3DD"/>
      </a:accent4>
      <a:accent5>
        <a:srgbClr val="FFD300"/>
      </a:accent5>
      <a:accent6>
        <a:srgbClr val="F7F7F7"/>
      </a:accent6>
      <a:hlink>
        <a:srgbClr val="3682C8"/>
      </a:hlink>
      <a:folHlink>
        <a:srgbClr val="7FD3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leetcor Presentation Template" id="{E56C1A13-9973-4C10-A450-78645E4E9DA2}" vid="{25787A3D-708C-42E0-84B5-CB176DE16882}"/>
    </a:ext>
  </a:extLst>
</a:theme>
</file>

<file path=ppt/theme/theme17.xml><?xml version="1.0" encoding="utf-8"?>
<a:theme xmlns:a="http://schemas.openxmlformats.org/drawingml/2006/main" name="14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leetcor Presentation Template" id="{E56C1A13-9973-4C10-A450-78645E4E9DA2}" vid="{31601A1E-D106-42B8-AD6F-7B6A19CAB565}"/>
    </a:ext>
  </a:extLst>
</a:theme>
</file>

<file path=ppt/theme/theme18.xml><?xml version="1.0" encoding="utf-8"?>
<a:theme xmlns:a="http://schemas.openxmlformats.org/drawingml/2006/main" name="15_FLEETCOR Template - overhead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28575">
          <a:solidFill>
            <a:schemeClr val="bg1">
              <a:lumMod val="75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137160" tIns="137160" rIns="137160" bIns="137160" numCol="1" rtlCol="0" anchor="t" anchorCtr="0" compatLnSpc="1">
        <a:prstTxWarp prst="textNoShape">
          <a:avLst/>
        </a:prstTxWarp>
        <a:spAutoFit/>
      </a:bodyPr>
      <a:lstStyle>
        <a:defPPr>
          <a:defRPr sz="1400" kern="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96573</TotalTime>
  <Words>227</Words>
  <Application>Microsoft Office PowerPoint</Application>
  <PresentationFormat>On-screen Show (4:3)</PresentationFormat>
  <Paragraphs>43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27" baseType="lpstr">
      <vt:lpstr>AppleSymbols</vt:lpstr>
      <vt:lpstr>Arial</vt:lpstr>
      <vt:lpstr>Arial-BoldMT</vt:lpstr>
      <vt:lpstr>Calibri</vt:lpstr>
      <vt:lpstr>Courier New</vt:lpstr>
      <vt:lpstr>Wingdings</vt:lpstr>
      <vt:lpstr>FLEETCOR Template - overhead</vt:lpstr>
      <vt:lpstr>1_FLEETCOR Template - overhead</vt:lpstr>
      <vt:lpstr>2_FLEETCOR Template - overhead</vt:lpstr>
      <vt:lpstr>3_FLEETCOR Template - overhead</vt:lpstr>
      <vt:lpstr>4_FLEETCOR Template - overhead</vt:lpstr>
      <vt:lpstr>5_FLEETCOR Template - overhead</vt:lpstr>
      <vt:lpstr>6_FLEETCOR Template - overhead</vt:lpstr>
      <vt:lpstr>7_FLEETCOR Template - overhead</vt:lpstr>
      <vt:lpstr>8_FLEETCOR Template - overhead</vt:lpstr>
      <vt:lpstr>9_FLEETCOR Template - overhead</vt:lpstr>
      <vt:lpstr>COVER</vt:lpstr>
      <vt:lpstr>10_FLEETCOR Template - overhead</vt:lpstr>
      <vt:lpstr>11_FLEETCOR Template - overhead</vt:lpstr>
      <vt:lpstr>12_FLEETCOR Template - overhead</vt:lpstr>
      <vt:lpstr>13_FLEETCOR Template - overhead</vt:lpstr>
      <vt:lpstr>FLT Template 2020</vt:lpstr>
      <vt:lpstr>14_FLEETCOR Template - overhead</vt:lpstr>
      <vt:lpstr>15_FLEETCOR Template - overhead</vt:lpstr>
      <vt:lpstr>think-cell Slide</vt:lpstr>
      <vt:lpstr> Companion Card Eligibility for Cross Sell</vt:lpstr>
      <vt:lpstr>New/Additional Segmentation and Eligibility Criteria</vt:lpstr>
    </vt:vector>
  </TitlesOfParts>
  <Company>FleetCor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FLEETCOR  Q4 2011 BOARD MEETING</dc:title>
  <dc:creator>Justin Els;Sharat Shankar</dc:creator>
  <cp:lastModifiedBy>Cheng Shu</cp:lastModifiedBy>
  <cp:revision>2488</cp:revision>
  <cp:lastPrinted>2021-10-04T19:16:42Z</cp:lastPrinted>
  <dcterms:created xsi:type="dcterms:W3CDTF">2012-04-25T21:30:35Z</dcterms:created>
  <dcterms:modified xsi:type="dcterms:W3CDTF">2023-12-07T14:37:14Z</dcterms:modified>
</cp:coreProperties>
</file>